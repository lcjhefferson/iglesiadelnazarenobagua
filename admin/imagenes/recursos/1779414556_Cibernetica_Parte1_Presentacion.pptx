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ΚΥΒΕΡΝΉΤΗΣ  ·  Timonel · Gobernante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Cibernética y Control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Fundamentos Históricos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324612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324612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86200" y="324612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Wiener (1948) · Beer (1972) · Shannon (1948) · Ashby (1956)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 Concepto de Cibernética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Formal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estudio científico del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la comunicación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animal y la máquina"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Norbert Wiener, 1948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4114800" cy="3657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37490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Etimología: </a:t>
            </a:r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kybernētēs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(griego) = timonel / gobernante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 mecanismos de regulación en sistemas </a:t>
            </a:r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vivos y artificiales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Transdisciplinaria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35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· Ingeniería · Ciencias Sociales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05740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05740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121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matemático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info · Ecuaciones diferenciales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15468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18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Autorregulación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630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desviaciones y ejecuta acciones correctivas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Cibernética y Control · Fundamentos Históricos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 Historia: Norbert Wiener y el Surgimiento de la Cibernética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143000"/>
            <a:ext cx="22860" cy="338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8869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Siglo XVIII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8869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 mecánicos de James Watt — primeras ideas de retroalimentación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737360"/>
            <a:ext cx="22860" cy="338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813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Siglo XIX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4813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Bernard estudia el milieu intérieur — homeostasis biológica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331720"/>
            <a:ext cx="22860" cy="338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756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1894–1964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075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de Norbert Wiener (Harvard, Cornell, Cambridge, Gotinga)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2926080"/>
            <a:ext cx="22860" cy="338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6700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WWII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670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control de fuego antiaéreo: predicción de trayectorias, retroalimentación negativa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3520440"/>
            <a:ext cx="22860" cy="338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2644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1946–53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2644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Conferencias Macy (NY): Von Neumann, Shannon, McCulloch, Bateson, von Foerster…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8587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38587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publica Cybernetics — hito fundacional que une biología, ingeniería y ciencias sociales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590288"/>
            <a:ext cx="859536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902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Evolución: Cibernética de 1.° orden (sistema observado externamente) → Cibernética de 2.° orden — Heinz von Foerster (el observador dentro del sistema)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Cibernética y Control · Fundamentos Históricos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 Comunicación, Control e Información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Transmisión de señales entre componentes del sistema y su entorno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50592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(1948): bit como unidad fundamental de información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346704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posibilidad de todo control efectivo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14400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14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55848" y="1554480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del comportamiento para alcanzar un estado deseado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450592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Requiere: sensor → comparador → actuador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3346704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bucle de retroalimentación (Ashby, 1956)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9144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91440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914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0216" y="1554480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información es información, no materia ni energía" — Wiener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0216" y="2450592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cuantificable, transmisible, almacenable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3346704"/>
            <a:ext cx="25146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incertidumbre del sistema sobre su entorno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Síntesis: el control requiere comunicación · la comunicación transporta información · la información reduce la incertidumbre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Cibernética y Control · Fundamentos Históricos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Bucle de Retroalimentación Cibernético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Referencia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58568" y="1554480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9728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7408" y="1554480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56248" y="1554480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09728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correctiva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8549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77440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Retroalimentación negativa (feedback loop)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Biológico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01568"/>
            <a:ext cx="38404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Termorregulación corporal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Homeostasis metabólica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nervioso autónomo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Organizacional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401568"/>
            <a:ext cx="38404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Reportes gerenciales → toma de decisiones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KPIs y tableros de 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Sistemas de información administrativa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Cibernética y Control · Fundamentos Históricos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y 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cibernética es una disciplina transdisciplinaria que estudia el control y la comunicación en sistemas vivos y artificiales.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Norbert Wiener (1948) formalizó sus fundamentos, uniendo biología, ingeniería y ciencias sociales.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2560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Conferencias Macy (1946–1953) consolidaron el campo con aportes de Shannon, Von Neumann, Bateson y otros.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31546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tríada Control–Comunicación–Información es el núcleo operativo de todo sistema cibernético.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37490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de retroalimentación negativa permite a los sistemas ajustarse para alcanzar objetivos en entornos dinámicos.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43434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las organizaciones, provee el marco conceptual para los sistemas de información administrativa.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Wiener, 1948 · Ashby, 1956 · Shannon, 1948 · Beer, 1972 · Von Foerster, 2003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Cibernética y Control: Introducción y Fundamentos Históricos</dc:title>
  <dc:subject>PptxGenJS Presentation</dc:subject>
  <dc:creator>PptxGenJS</dc:creator>
  <cp:lastModifiedBy>PptxGenJS</cp:lastModifiedBy>
  <cp:revision>1</cp:revision>
  <dcterms:created xsi:type="dcterms:W3CDTF">2026-05-16T23:28:54Z</dcterms:created>
  <dcterms:modified xsi:type="dcterms:W3CDTF">2026-05-16T23:28:54Z</dcterms:modified>
</cp:coreProperties>
</file>